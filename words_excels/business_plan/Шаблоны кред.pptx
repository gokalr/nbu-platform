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1">
  <p:sldMasterIdLst>
    <p:sldMasterId id="2147483744" r:id="rId1"/>
  </p:sldMasterIdLst>
  <p:notesMasterIdLst>
    <p:notesMasterId r:id="rId7"/>
  </p:notesMasterIdLst>
  <p:sldIdLst>
    <p:sldId id="260" r:id="rId2"/>
    <p:sldId id="265" r:id="rId3"/>
    <p:sldId id="262" r:id="rId4"/>
    <p:sldId id="264" r:id="rId5"/>
    <p:sldId id="267" r:id="rId6"/>
  </p:sldIdLst>
  <p:sldSz cx="9601200" cy="12801600" type="A3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6240" autoAdjust="0"/>
  </p:normalViewPr>
  <p:slideViewPr>
    <p:cSldViewPr snapToGrid="0">
      <p:cViewPr>
        <p:scale>
          <a:sx n="100" d="100"/>
          <a:sy n="100" d="100"/>
        </p:scale>
        <p:origin x="2442" y="-1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274385" cy="715574"/>
          </a:xfrm>
          <a:prstGeom prst="rect">
            <a:avLst/>
          </a:prstGeom>
        </p:spPr>
        <p:txBody>
          <a:bodyPr vert="horz" lIns="131419" tIns="65713" rIns="131419" bIns="65713" rtlCol="0"/>
          <a:lstStyle>
            <a:lvl1pPr algn="l">
              <a:defRPr sz="1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9581" y="2"/>
            <a:ext cx="4274385" cy="715574"/>
          </a:xfrm>
          <a:prstGeom prst="rect">
            <a:avLst/>
          </a:prstGeom>
        </p:spPr>
        <p:txBody>
          <a:bodyPr vert="horz" lIns="131419" tIns="65713" rIns="131419" bIns="65713" rtlCol="0"/>
          <a:lstStyle>
            <a:lvl1pPr algn="r">
              <a:defRPr sz="1700"/>
            </a:lvl1pPr>
          </a:lstStyle>
          <a:p>
            <a:fld id="{37D07E11-0321-410F-B4E2-A43C8B3A006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124200" y="1787525"/>
            <a:ext cx="3617913" cy="4826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1419" tIns="65713" rIns="131419" bIns="65713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04" y="6879108"/>
            <a:ext cx="7893521" cy="5628557"/>
          </a:xfrm>
          <a:prstGeom prst="rect">
            <a:avLst/>
          </a:prstGeom>
        </p:spPr>
        <p:txBody>
          <a:bodyPr vert="horz" lIns="131419" tIns="65713" rIns="131419" bIns="65713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13579866"/>
            <a:ext cx="4274385" cy="715574"/>
          </a:xfrm>
          <a:prstGeom prst="rect">
            <a:avLst/>
          </a:prstGeom>
        </p:spPr>
        <p:txBody>
          <a:bodyPr vert="horz" lIns="131419" tIns="65713" rIns="131419" bIns="65713" rtlCol="0" anchor="b"/>
          <a:lstStyle>
            <a:lvl1pPr algn="l">
              <a:defRPr sz="1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9581" y="13579866"/>
            <a:ext cx="4274385" cy="715574"/>
          </a:xfrm>
          <a:prstGeom prst="rect">
            <a:avLst/>
          </a:prstGeom>
        </p:spPr>
        <p:txBody>
          <a:bodyPr vert="horz" lIns="131419" tIns="65713" rIns="131419" bIns="65713" rtlCol="0" anchor="b"/>
          <a:lstStyle>
            <a:lvl1pPr algn="r">
              <a:defRPr sz="1700"/>
            </a:lvl1pPr>
          </a:lstStyle>
          <a:p>
            <a:fld id="{B9A77078-95D7-47BA-856F-B4F81B81E2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47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1pPr>
    <a:lvl2pPr marL="467181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2pPr>
    <a:lvl3pPr marL="934363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3pPr>
    <a:lvl4pPr marL="1401544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4pPr>
    <a:lvl5pPr marL="1868725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5pPr>
    <a:lvl6pPr marL="2335908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6pPr>
    <a:lvl7pPr marL="2803089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7pPr>
    <a:lvl8pPr marL="3270271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8pPr>
    <a:lvl9pPr marL="3737452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32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43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1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25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11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251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94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44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41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10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41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052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.stat.uz/registr/main.php?lang=r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BE07D7-3C13-4C02-A68D-88D9E41CCF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31"/>
          <a:stretch/>
        </p:blipFill>
        <p:spPr>
          <a:xfrm>
            <a:off x="-1581151" y="0"/>
            <a:ext cx="14377811" cy="128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74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F0A8DB-8EE4-4FBA-A8AB-48B37C574A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69" r="8640"/>
          <a:stretch/>
        </p:blipFill>
        <p:spPr>
          <a:xfrm>
            <a:off x="-82499" y="1422712"/>
            <a:ext cx="9683699" cy="9956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457E4A-82BF-4A42-87B2-EE1264F0BC50}"/>
              </a:ext>
            </a:extLst>
          </p:cNvPr>
          <p:cNvSpPr txBox="1"/>
          <p:nvPr/>
        </p:nvSpPr>
        <p:spPr>
          <a:xfrm>
            <a:off x="2759529" y="277586"/>
            <a:ext cx="65151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Стоп факторы</a:t>
            </a:r>
          </a:p>
        </p:txBody>
      </p:sp>
    </p:spTree>
    <p:extLst>
      <p:ext uri="{BB962C8B-B14F-4D97-AF65-F5344CB8AC3E}">
        <p14:creationId xmlns:p14="http://schemas.microsoft.com/office/powerpoint/2010/main" val="592632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124C7F-16D6-4845-8AFB-6A0649F8D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9" y="1579789"/>
            <a:ext cx="9166981" cy="9642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20E3AC-3BBE-4A8A-9A0F-B22B74DFD4B7}"/>
              </a:ext>
            </a:extLst>
          </p:cNvPr>
          <p:cNvSpPr txBox="1"/>
          <p:nvPr/>
        </p:nvSpPr>
        <p:spPr>
          <a:xfrm>
            <a:off x="478972" y="192834"/>
            <a:ext cx="788397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Свидетельство организации</a:t>
            </a:r>
            <a:endParaRPr lang="en-US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</a:tabLst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Анкета в </a:t>
            </a:r>
            <a:r>
              <a:rPr lang="en-US" sz="2500" dirty="0"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https://registr.stat.uz/registr/main.php?lang=ru</a:t>
            </a:r>
            <a:endParaRPr lang="en-US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</a:tabLst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5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3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0EA0A3-69F7-430D-8B5F-B52CD474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115"/>
            <a:ext cx="9601200" cy="1281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89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474FA-B574-4257-859B-B544FFD9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53A47C-1F44-419B-92E5-48F39DA44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809A7E-90A7-4A9A-ACDF-E04E9629E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114" y="617583"/>
            <a:ext cx="9717314" cy="121840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C79270-EDE8-43B7-97B7-DCB59956E62C}"/>
              </a:ext>
            </a:extLst>
          </p:cNvPr>
          <p:cNvSpPr txBox="1"/>
          <p:nvPr/>
        </p:nvSpPr>
        <p:spPr>
          <a:xfrm>
            <a:off x="478972" y="192834"/>
            <a:ext cx="78839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Данные КАТМ (кредитная история организации) </a:t>
            </a:r>
            <a:endParaRPr lang="ru-RU" sz="25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7902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12166</TotalTime>
  <Words>31</Words>
  <Application>Microsoft Office PowerPoint</Application>
  <PresentationFormat>A3 (297x420 мм)</PresentationFormat>
  <Paragraphs>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Kamila Sobirova</dc:creator>
  <cp:lastModifiedBy>Kumush Samandarova</cp:lastModifiedBy>
  <cp:revision>101</cp:revision>
  <cp:lastPrinted>2026-04-13T05:05:34Z</cp:lastPrinted>
  <dcterms:created xsi:type="dcterms:W3CDTF">2024-10-30T09:52:13Z</dcterms:created>
  <dcterms:modified xsi:type="dcterms:W3CDTF">2026-05-05T11:00:20Z</dcterms:modified>
</cp:coreProperties>
</file>