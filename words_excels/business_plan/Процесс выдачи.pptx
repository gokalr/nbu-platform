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11">
  <p:sldMasterIdLst>
    <p:sldMasterId id="2147483732" r:id="rId1"/>
  </p:sldMasterIdLst>
  <p:notesMasterIdLst>
    <p:notesMasterId r:id="rId3"/>
  </p:notesMasterIdLst>
  <p:sldIdLst>
    <p:sldId id="260" r:id="rId2"/>
  </p:sldIdLst>
  <p:sldSz cx="12801600" cy="9601200" type="A3"/>
  <p:notesSz cx="14295438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284" autoAdjust="0"/>
    <p:restoredTop sz="96240" autoAdjust="0"/>
  </p:normalViewPr>
  <p:slideViewPr>
    <p:cSldViewPr snapToGrid="0">
      <p:cViewPr>
        <p:scale>
          <a:sx n="75" d="100"/>
          <a:sy n="75" d="100"/>
        </p:scale>
        <p:origin x="2424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6193216" cy="493869"/>
          </a:xfrm>
          <a:prstGeom prst="rect">
            <a:avLst/>
          </a:prstGeom>
        </p:spPr>
        <p:txBody>
          <a:bodyPr vert="horz" lIns="131419" tIns="65713" rIns="131419" bIns="65713" rtlCol="0"/>
          <a:lstStyle>
            <a:lvl1pPr algn="l">
              <a:defRPr sz="17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8098821" y="1"/>
            <a:ext cx="6193216" cy="493869"/>
          </a:xfrm>
          <a:prstGeom prst="rect">
            <a:avLst/>
          </a:prstGeom>
        </p:spPr>
        <p:txBody>
          <a:bodyPr vert="horz" lIns="131419" tIns="65713" rIns="131419" bIns="65713" rtlCol="0"/>
          <a:lstStyle>
            <a:lvl1pPr algn="r">
              <a:defRPr sz="1700"/>
            </a:lvl1pPr>
          </a:lstStyle>
          <a:p>
            <a:fld id="{37D07E11-0321-410F-B4E2-A43C8B3A006F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927600" y="1233488"/>
            <a:ext cx="4440238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1419" tIns="65713" rIns="131419" bIns="65713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429215" y="4747768"/>
            <a:ext cx="11437032" cy="3884673"/>
          </a:xfrm>
          <a:prstGeom prst="rect">
            <a:avLst/>
          </a:prstGeom>
        </p:spPr>
        <p:txBody>
          <a:bodyPr vert="horz" lIns="131419" tIns="65713" rIns="131419" bIns="65713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1" y="9372445"/>
            <a:ext cx="6193216" cy="493869"/>
          </a:xfrm>
          <a:prstGeom prst="rect">
            <a:avLst/>
          </a:prstGeom>
        </p:spPr>
        <p:txBody>
          <a:bodyPr vert="horz" lIns="131419" tIns="65713" rIns="131419" bIns="65713" rtlCol="0" anchor="b"/>
          <a:lstStyle>
            <a:lvl1pPr algn="l">
              <a:defRPr sz="17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8098821" y="9372445"/>
            <a:ext cx="6193216" cy="493869"/>
          </a:xfrm>
          <a:prstGeom prst="rect">
            <a:avLst/>
          </a:prstGeom>
        </p:spPr>
        <p:txBody>
          <a:bodyPr vert="horz" lIns="131419" tIns="65713" rIns="131419" bIns="65713" rtlCol="0" anchor="b"/>
          <a:lstStyle>
            <a:lvl1pPr algn="r">
              <a:defRPr sz="1700"/>
            </a:lvl1pPr>
          </a:lstStyle>
          <a:p>
            <a:fld id="{B9A77078-95D7-47BA-856F-B4F81B81E2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3477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34363" rtl="0" eaLnBrk="1" latinLnBrk="0" hangingPunct="1">
      <a:defRPr sz="1226" kern="1200">
        <a:solidFill>
          <a:schemeClr val="tx1"/>
        </a:solidFill>
        <a:latin typeface="+mn-lt"/>
        <a:ea typeface="+mn-ea"/>
        <a:cs typeface="+mn-cs"/>
      </a:defRPr>
    </a:lvl1pPr>
    <a:lvl2pPr marL="467181" algn="l" defTabSz="934363" rtl="0" eaLnBrk="1" latinLnBrk="0" hangingPunct="1">
      <a:defRPr sz="1226" kern="1200">
        <a:solidFill>
          <a:schemeClr val="tx1"/>
        </a:solidFill>
        <a:latin typeface="+mn-lt"/>
        <a:ea typeface="+mn-ea"/>
        <a:cs typeface="+mn-cs"/>
      </a:defRPr>
    </a:lvl2pPr>
    <a:lvl3pPr marL="934363" algn="l" defTabSz="934363" rtl="0" eaLnBrk="1" latinLnBrk="0" hangingPunct="1">
      <a:defRPr sz="1226" kern="1200">
        <a:solidFill>
          <a:schemeClr val="tx1"/>
        </a:solidFill>
        <a:latin typeface="+mn-lt"/>
        <a:ea typeface="+mn-ea"/>
        <a:cs typeface="+mn-cs"/>
      </a:defRPr>
    </a:lvl3pPr>
    <a:lvl4pPr marL="1401544" algn="l" defTabSz="934363" rtl="0" eaLnBrk="1" latinLnBrk="0" hangingPunct="1">
      <a:defRPr sz="1226" kern="1200">
        <a:solidFill>
          <a:schemeClr val="tx1"/>
        </a:solidFill>
        <a:latin typeface="+mn-lt"/>
        <a:ea typeface="+mn-ea"/>
        <a:cs typeface="+mn-cs"/>
      </a:defRPr>
    </a:lvl4pPr>
    <a:lvl5pPr marL="1868725" algn="l" defTabSz="934363" rtl="0" eaLnBrk="1" latinLnBrk="0" hangingPunct="1">
      <a:defRPr sz="1226" kern="1200">
        <a:solidFill>
          <a:schemeClr val="tx1"/>
        </a:solidFill>
        <a:latin typeface="+mn-lt"/>
        <a:ea typeface="+mn-ea"/>
        <a:cs typeface="+mn-cs"/>
      </a:defRPr>
    </a:lvl5pPr>
    <a:lvl6pPr marL="2335908" algn="l" defTabSz="934363" rtl="0" eaLnBrk="1" latinLnBrk="0" hangingPunct="1">
      <a:defRPr sz="1226" kern="1200">
        <a:solidFill>
          <a:schemeClr val="tx1"/>
        </a:solidFill>
        <a:latin typeface="+mn-lt"/>
        <a:ea typeface="+mn-ea"/>
        <a:cs typeface="+mn-cs"/>
      </a:defRPr>
    </a:lvl6pPr>
    <a:lvl7pPr marL="2803089" algn="l" defTabSz="934363" rtl="0" eaLnBrk="1" latinLnBrk="0" hangingPunct="1">
      <a:defRPr sz="1226" kern="1200">
        <a:solidFill>
          <a:schemeClr val="tx1"/>
        </a:solidFill>
        <a:latin typeface="+mn-lt"/>
        <a:ea typeface="+mn-ea"/>
        <a:cs typeface="+mn-cs"/>
      </a:defRPr>
    </a:lvl7pPr>
    <a:lvl8pPr marL="3270271" algn="l" defTabSz="934363" rtl="0" eaLnBrk="1" latinLnBrk="0" hangingPunct="1">
      <a:defRPr sz="1226" kern="1200">
        <a:solidFill>
          <a:schemeClr val="tx1"/>
        </a:solidFill>
        <a:latin typeface="+mn-lt"/>
        <a:ea typeface="+mn-ea"/>
        <a:cs typeface="+mn-cs"/>
      </a:defRPr>
    </a:lvl8pPr>
    <a:lvl9pPr marL="3737452" algn="l" defTabSz="934363" rtl="0" eaLnBrk="1" latinLnBrk="0" hangingPunct="1">
      <a:defRPr sz="12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50EE-0699-43E3-AB7A-DF00EEF7A72F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EEF92-835D-4F05-86C0-CB9D75D381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3589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50EE-0699-43E3-AB7A-DF00EEF7A72F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EEF92-835D-4F05-86C0-CB9D75D381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4018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/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50EE-0699-43E3-AB7A-DF00EEF7A72F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EEF92-835D-4F05-86C0-CB9D75D381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20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50EE-0699-43E3-AB7A-DF00EEF7A72F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EEF92-835D-4F05-86C0-CB9D75D381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0220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50EE-0699-43E3-AB7A-DF00EEF7A72F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EEF92-835D-4F05-86C0-CB9D75D381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9382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50EE-0699-43E3-AB7A-DF00EEF7A72F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EEF92-835D-4F05-86C0-CB9D75D381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7003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50EE-0699-43E3-AB7A-DF00EEF7A72F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EEF92-835D-4F05-86C0-CB9D75D381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8166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50EE-0699-43E3-AB7A-DF00EEF7A72F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EEF92-835D-4F05-86C0-CB9D75D381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445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50EE-0699-43E3-AB7A-DF00EEF7A72F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EEF92-835D-4F05-86C0-CB9D75D381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554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50EE-0699-43E3-AB7A-DF00EEF7A72F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EEF92-835D-4F05-86C0-CB9D75D381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1304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150EE-0699-43E3-AB7A-DF00EEF7A72F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EEF92-835D-4F05-86C0-CB9D75D381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55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8150EE-0699-43E3-AB7A-DF00EEF7A72F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EEF92-835D-4F05-86C0-CB9D75D381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6004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DBE07D7-3C13-4C02-A68D-88D9E41CCF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631"/>
          <a:stretch/>
        </p:blipFill>
        <p:spPr>
          <a:xfrm>
            <a:off x="812800" y="0"/>
            <a:ext cx="11252200" cy="960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9746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12142</TotalTime>
  <Words>0</Words>
  <Application>Microsoft Office PowerPoint</Application>
  <PresentationFormat>A3 (297x420 мм)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Kamila Sobirova</dc:creator>
  <cp:lastModifiedBy>Kumush Samandarova</cp:lastModifiedBy>
  <cp:revision>100</cp:revision>
  <cp:lastPrinted>2026-04-13T05:05:34Z</cp:lastPrinted>
  <dcterms:created xsi:type="dcterms:W3CDTF">2024-10-30T09:52:13Z</dcterms:created>
  <dcterms:modified xsi:type="dcterms:W3CDTF">2026-05-05T04:10:13Z</dcterms:modified>
</cp:coreProperties>
</file>